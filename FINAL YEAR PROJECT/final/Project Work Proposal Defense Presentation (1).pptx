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9" r:id="rId5"/>
    <p:sldId id="266" r:id="rId6"/>
    <p:sldId id="274" r:id="rId7"/>
    <p:sldId id="270" r:id="rId8"/>
    <p:sldId id="271" r:id="rId9"/>
    <p:sldId id="267" r:id="rId10"/>
    <p:sldId id="272" r:id="rId11"/>
    <p:sldId id="275" r:id="rId12"/>
    <p:sldId id="263" r:id="rId13"/>
    <p:sldId id="264" r:id="rId14"/>
    <p:sldId id="273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DFADA-F1FA-4B02-81F8-56CF59DBC91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C05E0-AF8D-4BDB-9582-1770933BA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9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8C05E0-AF8D-4BDB-9582-1770933BAD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50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97F7F-D770-4396-BFBB-B5050A600097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2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1B3B-4517-4A12-B6D7-94159AC122B1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8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64A77-0CD9-42C6-B471-FDC43E5F2D79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6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D38F-D435-4967-B789-A7C128A67E15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8A8A-B5D9-4088-BBE7-9B84C08365F5}" type="datetime1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00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81027-46E0-4002-8D84-6D011B82CA82}" type="datetime1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8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30409-6EFF-4ED5-BE86-0D4EA766922D}" type="datetime1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33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C74E6-F1C5-4F7F-BED9-ABB478D36A62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7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30C3-0F03-4415-BD22-47E27AFF3DAD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1226E-D0EE-4174-9CE1-6CE8F56865BE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9182-64F9-4719-8608-BA1B9CCCB3E1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3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49F51-FF29-4A92-A255-352CAB8B042D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C134D-DA10-4212-BAC9-06C5839B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5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enzu.com/" TargetMode="External"/><Relationship Id="rId2" Type="http://schemas.openxmlformats.org/officeDocument/2006/relationships/hyperlink" Target="https://dayoneapp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906" y="-237152"/>
            <a:ext cx="4535337" cy="20015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6" t="43568" r="16823" b="38029"/>
          <a:stretch/>
        </p:blipFill>
        <p:spPr>
          <a:xfrm>
            <a:off x="7645757" y="5595871"/>
            <a:ext cx="4546243" cy="12621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6" t="43568" r="16823" b="38029"/>
          <a:stretch/>
        </p:blipFill>
        <p:spPr>
          <a:xfrm rot="10800000">
            <a:off x="0" y="-1"/>
            <a:ext cx="4546243" cy="1262129"/>
          </a:xfrm>
          <a:prstGeom prst="rect">
            <a:avLst/>
          </a:prstGeom>
        </p:spPr>
      </p:pic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95459" y="1030310"/>
            <a:ext cx="10728102" cy="5318975"/>
          </a:xfrm>
        </p:spPr>
        <p:txBody>
          <a:bodyPr>
            <a:normAutofit fontScale="70000" lnSpcReduction="20000"/>
          </a:bodyPr>
          <a:lstStyle/>
          <a:p>
            <a:endParaRPr lang="en-US" sz="4000" dirty="0"/>
          </a:p>
          <a:p>
            <a:endParaRPr lang="en-US" sz="5400" dirty="0"/>
          </a:p>
          <a:p>
            <a:r>
              <a:rPr lang="en-US" sz="5400" dirty="0"/>
              <a:t>Project Work Proposal Defense </a:t>
            </a:r>
          </a:p>
          <a:p>
            <a:endParaRPr lang="en-US" sz="1900" dirty="0"/>
          </a:p>
          <a:p>
            <a:r>
              <a:rPr lang="en-US" sz="2600" dirty="0"/>
              <a:t>On</a:t>
            </a:r>
          </a:p>
          <a:p>
            <a:endParaRPr lang="en-US" sz="1900" dirty="0"/>
          </a:p>
          <a:p>
            <a:r>
              <a:rPr lang="en-US" sz="3400" b="1" dirty="0"/>
              <a:t>Mero Diary: A Secure Web-Based Personal Journaling and Activity Recommendation Application</a:t>
            </a:r>
          </a:p>
          <a:p>
            <a:endParaRPr lang="en-US" dirty="0"/>
          </a:p>
          <a:p>
            <a:pPr algn="l"/>
            <a:r>
              <a:rPr lang="en-US" i="1" u="sng" dirty="0"/>
              <a:t>Presented by:</a:t>
            </a:r>
          </a:p>
          <a:p>
            <a:pPr algn="l"/>
            <a:r>
              <a:rPr lang="en-US" dirty="0"/>
              <a:t>Abhinav Singh Thapa (79010398) </a:t>
            </a:r>
          </a:p>
          <a:p>
            <a:pPr algn="l"/>
            <a:r>
              <a:rPr lang="en-US" dirty="0"/>
              <a:t>Babita Subedi (79010404) </a:t>
            </a:r>
          </a:p>
          <a:p>
            <a:pPr algn="l"/>
            <a:r>
              <a:rPr lang="en-US" dirty="0" err="1"/>
              <a:t>Khusi</a:t>
            </a:r>
            <a:r>
              <a:rPr lang="en-US" dirty="0"/>
              <a:t> </a:t>
            </a:r>
            <a:r>
              <a:rPr lang="en-US" dirty="0" err="1"/>
              <a:t>Dahal</a:t>
            </a:r>
            <a:r>
              <a:rPr lang="en-US" dirty="0"/>
              <a:t> (79010410)</a:t>
            </a:r>
            <a:endParaRPr lang="en-US" i="1" u="sng" dirty="0"/>
          </a:p>
          <a:p>
            <a:pPr algn="l"/>
            <a:r>
              <a:rPr lang="en-US" dirty="0"/>
              <a:t>B.Sc. CSIT 4</a:t>
            </a:r>
            <a:r>
              <a:rPr lang="en-US" baseline="30000" dirty="0"/>
              <a:t>th</a:t>
            </a:r>
            <a:r>
              <a:rPr lang="en-US" dirty="0"/>
              <a:t>  year/ 7</a:t>
            </a:r>
            <a:r>
              <a:rPr lang="en-US" baseline="30000" dirty="0"/>
              <a:t>th</a:t>
            </a:r>
            <a:r>
              <a:rPr lang="en-US" dirty="0"/>
              <a:t> Semester(2079B.S)</a:t>
            </a:r>
          </a:p>
          <a:p>
            <a:pPr algn="l"/>
            <a:r>
              <a:rPr lang="en-US" dirty="0"/>
              <a:t>                                                                                                 </a:t>
            </a:r>
            <a:r>
              <a:rPr lang="en-US" sz="2900" dirty="0" err="1"/>
              <a:t>Magh</a:t>
            </a:r>
            <a:r>
              <a:rPr lang="en-US" sz="2900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4171923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45" y="346464"/>
            <a:ext cx="11279155" cy="1325563"/>
          </a:xfrm>
        </p:spPr>
        <p:txBody>
          <a:bodyPr/>
          <a:lstStyle/>
          <a:p>
            <a:r>
              <a:rPr lang="en-US" dirty="0"/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45" y="1427584"/>
            <a:ext cx="11279155" cy="4749379"/>
          </a:xfrm>
        </p:spPr>
        <p:txBody>
          <a:bodyPr>
            <a:normAutofit/>
          </a:bodyPr>
          <a:lstStyle/>
          <a:p>
            <a:r>
              <a:rPr lang="en-US" dirty="0"/>
              <a:t>About Project Topic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Time Scheduling </a:t>
            </a:r>
          </a:p>
          <a:p>
            <a:r>
              <a:rPr lang="en-US" dirty="0"/>
              <a:t>Conclusion </a:t>
            </a:r>
          </a:p>
          <a:p>
            <a:r>
              <a:rPr lang="en-US" dirty="0"/>
              <a:t>References and Bibliography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02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53" y="-301924"/>
            <a:ext cx="10849947" cy="2261354"/>
          </a:xfrm>
        </p:spPr>
        <p:txBody>
          <a:bodyPr>
            <a:normAutofit/>
          </a:bodyPr>
          <a:lstStyle/>
          <a:p>
            <a:r>
              <a:rPr lang="en-US" sz="3200" b="1" dirty="0"/>
              <a:t>About Project Topic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6EBD263-719D-4F87-AE25-E9A4627F0C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5637" y="1232080"/>
            <a:ext cx="11490224" cy="504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Mero Diary is a secure web-based personal journaling system.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record daily life events, activities, and health-related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strongly on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privacy, confidentiality, and data security.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encryption and secure authentication mechanisms.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personalized activity recommendations to support user well-being.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dirty="0"/>
              <a:t>Problem Statement</a:t>
            </a:r>
          </a:p>
          <a:p>
            <a:r>
              <a:rPr lang="en-US" sz="2000" dirty="0"/>
              <a:t>Users hesitate to store personal thoughts online due to privacy and security concerns.</a:t>
            </a:r>
          </a:p>
          <a:p>
            <a:r>
              <a:rPr lang="en-US" sz="2000" dirty="0"/>
              <a:t>Existing diary apps lack meaningful analysis and wellness guidance.</a:t>
            </a:r>
          </a:p>
          <a:p>
            <a:r>
              <a:rPr lang="en-US" sz="2000" dirty="0"/>
              <a:t>Manual journaling does not help users improve habits effectively.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61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C90FF-D8A9-426C-A068-F32B4BAB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10B727-7BF1-4B96-AC2D-46D8E80E9C07}"/>
              </a:ext>
            </a:extLst>
          </p:cNvPr>
          <p:cNvSpPr/>
          <p:nvPr/>
        </p:nvSpPr>
        <p:spPr>
          <a:xfrm>
            <a:off x="166255" y="315884"/>
            <a:ext cx="1155469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Provide a secure platform for digital journaling.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Protect user data using encryption and secure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Generate personalized activity recommendations for better well-being.</a:t>
            </a:r>
          </a:p>
          <a:p>
            <a:endParaRPr lang="en-US" dirty="0"/>
          </a:p>
          <a:p>
            <a:r>
              <a:rPr lang="en-US" sz="3200" b="1" dirty="0"/>
              <a:t>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Secure login, encrypted diary entries.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Daily journaling and wellness tracking.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Basic data visualization and recommendations.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Recommendation of activities</a:t>
            </a:r>
          </a:p>
          <a:p>
            <a:endParaRPr lang="en-US" dirty="0"/>
          </a:p>
          <a:p>
            <a:r>
              <a:rPr lang="en-US" sz="3200" b="1" dirty="0"/>
              <a:t>Limitations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Recommendation accuracy improves only with sufficient user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Not feasible for more than 10 users due to resource constraint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9720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45" y="346464"/>
            <a:ext cx="11279155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Review of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45" y="1315616"/>
            <a:ext cx="11279155" cy="4880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Day One Journal</a:t>
            </a:r>
          </a:p>
          <a:p>
            <a:r>
              <a:rPr lang="en-US" sz="2000" dirty="0"/>
              <a:t>A popular digital journaling application used across multiple platforms.</a:t>
            </a:r>
          </a:p>
          <a:p>
            <a:r>
              <a:rPr lang="en-US" sz="2000" dirty="0"/>
              <a:t>Provides strong encryption to protect user diary entries.</a:t>
            </a:r>
          </a:p>
          <a:p>
            <a:r>
              <a:rPr lang="en-US" sz="2000" dirty="0"/>
              <a:t>Includes mood tracking features and guided prompts for daily reflection.</a:t>
            </a:r>
          </a:p>
          <a:p>
            <a:r>
              <a:rPr lang="en-US" sz="2000" dirty="0"/>
              <a:t>However, it does not offer predictive or data-driven wellness recommendations based on user behavior or historical data.</a:t>
            </a:r>
          </a:p>
          <a:p>
            <a:pPr marL="0" indent="0">
              <a:buNone/>
            </a:pPr>
            <a:r>
              <a:rPr lang="en-US" sz="3200" b="1" dirty="0" err="1"/>
              <a:t>Penzu</a:t>
            </a:r>
            <a:endParaRPr lang="en-US" sz="3200" b="1" dirty="0"/>
          </a:p>
          <a:p>
            <a:r>
              <a:rPr lang="en-US" sz="2000" dirty="0"/>
              <a:t>A secure online diary platform focused primarily on privacy.</a:t>
            </a:r>
          </a:p>
          <a:p>
            <a:r>
              <a:rPr lang="en-US" sz="2000" dirty="0"/>
              <a:t>Uses AES-256 zero-knowledge encryption, ensuring that even the service provider cannot access user content.</a:t>
            </a:r>
          </a:p>
          <a:p>
            <a:r>
              <a:rPr lang="en-US" sz="2000" dirty="0"/>
              <a:t>While it ensures high confidentiality, it lacks analytics and personalized insights to help users improve habits or well-being.</a:t>
            </a:r>
          </a:p>
          <a:p>
            <a:endParaRPr lang="en-US" i="1" dirty="0">
              <a:solidFill>
                <a:srgbClr val="FF0000"/>
              </a:solidFill>
            </a:endParaRPr>
          </a:p>
          <a:p>
            <a:endParaRPr lang="en-US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i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7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62C2-1FF8-A4E3-4F59-CA287802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Study of current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5C896-F4FF-8AE1-118F-DDD68C5E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C71EEA-2261-5A71-BAA0-1DA395CDE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9"/>
            <a:ext cx="1180323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Focus in Digital Journals: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systems prioritize encryption and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(AES,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bcrypt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JWT), but often overlook personalized wellness analytics and predictive activity suggestions [1], [7].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AES-128 Effectiveness: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AES-128 combined with HTTPS and client-side key management provides secure,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journal entry protection with low processing time (~0.84 seconds),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suitable for resource-constrained environments [1], [5].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of Commercial Apps: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Apps like Day One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Penzu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end-to-end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encryption and mood tracking, but lack predictive activity suggestions and analytics-driven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well-being insights [2], [4].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Authentication Methods: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JWT authentication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bcrypt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hashing enables secure,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stateless, cross-device user access, outperforming traditional session-based models [3], [8].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 regression can quantify behavioral data to predict wellness outcomes,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forming a basis for activity optimization [6].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Recommendation Systems: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rule-based logic, regression, and ensemble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random forests improves personalized wellness recommendations compared to single-model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approaches [7].</a:t>
            </a:r>
          </a:p>
        </p:txBody>
      </p:sp>
    </p:spTree>
    <p:extLst>
      <p:ext uri="{BB962C8B-B14F-4D97-AF65-F5344CB8AC3E}">
        <p14:creationId xmlns:p14="http://schemas.microsoft.com/office/powerpoint/2010/main" val="394086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3A7A-A0A0-4DD0-9CA6-690DCB33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US" b="1" dirty="0"/>
              <a:t>Security Techniques from Literature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2E09B-24CC-4CCE-B456-D3E30162F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CF7F85-A31D-45F6-BD08-23EB4BD1C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82241"/>
            <a:ext cx="1149725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 encryption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widely recognized as an efficient and reliable method for securing sensitive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rest.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essential for protecting data during transmission and preventing unauthorized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Bcrypt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password hashing and JWT authentication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scalable, stateless, and secure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authentication mechanisms suitable for modern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84295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C407-E5A7-423D-8785-E123043B6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06" y="365125"/>
            <a:ext cx="11260494" cy="1325563"/>
          </a:xfrm>
        </p:spPr>
        <p:txBody>
          <a:bodyPr/>
          <a:lstStyle/>
          <a:p>
            <a:r>
              <a:rPr lang="en-US" b="1" dirty="0"/>
              <a:t>Research Gaps Identified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FFD90-090D-4C41-901A-7B7B29B9F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CDC277-6902-4EC0-BCC0-7AD7203BAB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53" y="1412696"/>
            <a:ext cx="10898155" cy="3334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journaling apps focus only on storage and privacy.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limited use of analytics for well-being improvement.</a:t>
            </a:r>
          </a:p>
          <a:p>
            <a:pPr marL="0" indent="0">
              <a:buNone/>
            </a:pPr>
            <a:r>
              <a:rPr lang="en-US" b="1" dirty="0"/>
              <a:t>Proposed Improvement</a:t>
            </a:r>
          </a:p>
          <a:p>
            <a:r>
              <a:rPr lang="en-US" sz="2000" dirty="0"/>
              <a:t>Hybrid recommendation system using:</a:t>
            </a:r>
          </a:p>
          <a:p>
            <a:pPr lvl="1"/>
            <a:r>
              <a:rPr lang="en-US" sz="2000" dirty="0"/>
              <a:t>Rule-based logic</a:t>
            </a:r>
          </a:p>
          <a:p>
            <a:pPr lvl="1"/>
            <a:r>
              <a:rPr lang="en-US" sz="2000" dirty="0"/>
              <a:t>Linear regression</a:t>
            </a:r>
          </a:p>
          <a:p>
            <a:pPr lvl="1"/>
            <a:r>
              <a:rPr lang="en-US" sz="2000" dirty="0"/>
              <a:t>Random Forest algorithms</a:t>
            </a:r>
          </a:p>
          <a:p>
            <a:r>
              <a:rPr lang="en-US" sz="2000" dirty="0"/>
              <a:t>Combines security with wellness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2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" y="127523"/>
            <a:ext cx="11146818" cy="1325563"/>
          </a:xfrm>
        </p:spPr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" y="1082351"/>
            <a:ext cx="11217652" cy="5638162"/>
          </a:xfrm>
        </p:spPr>
        <p:txBody>
          <a:bodyPr>
            <a:normAutofit lnSpcReduction="10000"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3200" b="1" dirty="0"/>
              <a:t>Requirement Elicitation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Literature review of existing journaling apps.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Study of previous research papers.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Observation of user journaling behavior.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2600" b="1" i="1" dirty="0"/>
              <a:t>Requirements (Hardware/Software)</a:t>
            </a:r>
          </a:p>
          <a:p>
            <a:pPr marL="0" indent="0">
              <a:buNone/>
            </a:pPr>
            <a:r>
              <a:rPr lang="en-US" sz="2400" b="1" dirty="0"/>
              <a:t>Hardware</a:t>
            </a:r>
            <a:endParaRPr lang="en-US" sz="2400" dirty="0"/>
          </a:p>
          <a:p>
            <a:r>
              <a:rPr lang="en-US" sz="2400" dirty="0"/>
              <a:t>Laptop/Desktop</a:t>
            </a:r>
          </a:p>
          <a:p>
            <a:r>
              <a:rPr lang="en-US" sz="2400" dirty="0"/>
              <a:t>Internet connection</a:t>
            </a:r>
          </a:p>
          <a:p>
            <a:pPr marL="0" indent="0">
              <a:buNone/>
            </a:pPr>
            <a:r>
              <a:rPr lang="en-US" sz="2400" b="1" dirty="0"/>
              <a:t>Software</a:t>
            </a:r>
            <a:endParaRPr lang="en-US" sz="2400" dirty="0"/>
          </a:p>
          <a:p>
            <a:r>
              <a:rPr lang="en-US" sz="2400" dirty="0"/>
              <a:t>Frontend: ReactJS</a:t>
            </a:r>
          </a:p>
          <a:p>
            <a:r>
              <a:rPr lang="en-US" sz="2400" dirty="0"/>
              <a:t>Backend: Node.js, Express</a:t>
            </a:r>
          </a:p>
          <a:p>
            <a:r>
              <a:rPr lang="en-US" sz="2400" dirty="0"/>
              <a:t>Database: Firebase/</a:t>
            </a:r>
            <a:r>
              <a:rPr lang="en-US" sz="2400" dirty="0" err="1"/>
              <a:t>Supabase</a:t>
            </a:r>
            <a:endParaRPr lang="en-US" sz="2400" dirty="0"/>
          </a:p>
          <a:p>
            <a:r>
              <a:rPr lang="en-US" sz="2400" dirty="0"/>
              <a:t>Security: </a:t>
            </a:r>
            <a:r>
              <a:rPr lang="en-US" sz="2400" dirty="0" err="1"/>
              <a:t>bcrypt</a:t>
            </a:r>
            <a:r>
              <a:rPr lang="en-US" sz="2400" dirty="0"/>
              <a:t>, JWT, AES</a:t>
            </a:r>
          </a:p>
          <a:p>
            <a:r>
              <a:rPr lang="en-US" sz="2400" dirty="0"/>
              <a:t>Recommendation Engine: Python</a:t>
            </a:r>
          </a:p>
          <a:p>
            <a:endParaRPr lang="en-US" sz="2600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434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EE95-318F-4CC2-8FA0-37D13170E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US" b="1" dirty="0"/>
              <a:t>Process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759D2-C84F-4AB3-9308-448A944E4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8963"/>
            <a:ext cx="11353800" cy="490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Agile Model</a:t>
            </a:r>
            <a:endParaRPr lang="en-US" dirty="0"/>
          </a:p>
          <a:p>
            <a:pPr lvl="1"/>
            <a:r>
              <a:rPr lang="en-US" sz="2000" dirty="0"/>
              <a:t>Easy iteration</a:t>
            </a:r>
          </a:p>
          <a:p>
            <a:pPr lvl="1"/>
            <a:r>
              <a:rPr lang="en-US" sz="2000" dirty="0"/>
              <a:t>Continuous testing and improvement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56FAA-3C86-47EC-9418-FA714D60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1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3378-350E-35ED-E90A-EC03FF4A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flowchart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290FE3-6D8D-AEB8-C054-A355BCDD6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029" y="529780"/>
            <a:ext cx="3897085" cy="60091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D4A0E-F83F-56FE-DB3D-0719DB6F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16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US" dirty="0"/>
              <a:t>Time Scheduling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7624"/>
            <a:ext cx="11353800" cy="48893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Gantt Chart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Requirement Analysis – Week 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Design – Week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Development – Week 3–4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Testing – Week 5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/>
              <a:t>Final Presentation – Week 6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849C02-BC13-42D5-BC70-32670A4BE49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" y="3041780"/>
            <a:ext cx="9946433" cy="304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82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9A5367D-4040-4940-806E-461A88EC8B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517" y="1968491"/>
            <a:ext cx="11353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Mero Diary ensures secure and private digital journaling.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encryption with wellness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healthier habits through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596367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3317-0E79-4C86-8698-02DD9594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US" b="1" dirty="0"/>
              <a:t>Expected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39FC1-0CED-4E2A-9447-A63A5B35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2F7F46-1633-4005-86E6-14BB35DF6B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487424"/>
            <a:ext cx="113538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web-based diary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Encrypted user data and safe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wellness activity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insights into user habits.</a:t>
            </a:r>
          </a:p>
        </p:txBody>
      </p:sp>
    </p:spTree>
    <p:extLst>
      <p:ext uri="{BB962C8B-B14F-4D97-AF65-F5344CB8AC3E}">
        <p14:creationId xmlns:p14="http://schemas.microsoft.com/office/powerpoint/2010/main" val="4186140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6510-5A92-4B48-B1AF-CEB4D3630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46464"/>
            <a:ext cx="11353800" cy="1325563"/>
          </a:xfrm>
        </p:spPr>
        <p:txBody>
          <a:bodyPr/>
          <a:lstStyle/>
          <a:p>
            <a:r>
              <a:rPr lang="en-US" b="1" dirty="0"/>
              <a:t>References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08229-B862-41C2-9E7F-5BF43C1B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608"/>
            <a:ext cx="11353800" cy="483335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[1] A. H. Nasrullah, “Secure web-based file encryption using AES-128,” Journal of Embedded Systems, Security and Intelligent Systems, vol. 6, no. 2, pp. 146–155, 2025.</a:t>
            </a:r>
          </a:p>
          <a:p>
            <a:r>
              <a:rPr lang="en-US" dirty="0"/>
              <a:t>[2] Day One Journal. [Online]. Available: </a:t>
            </a:r>
            <a:r>
              <a:rPr lang="en-US" dirty="0">
                <a:hlinkClick r:id="rId2"/>
              </a:rPr>
              <a:t>https://dayoneapp.com</a:t>
            </a:r>
            <a:r>
              <a:rPr lang="en-US" dirty="0"/>
              <a:t>. Accessed: Jan. 2026.</a:t>
            </a:r>
          </a:p>
          <a:p>
            <a:r>
              <a:rPr lang="en-US" dirty="0"/>
              <a:t>[3] J. Garcia and S. Kim, “JWT authentication in modern web applications,” IEEE Transactions on Information Forensics and Security, vol. 18, pp. 1234–1245, 2023.</a:t>
            </a:r>
          </a:p>
          <a:p>
            <a:r>
              <a:rPr lang="en-US" dirty="0"/>
              <a:t>[4] </a:t>
            </a:r>
            <a:r>
              <a:rPr lang="en-US" dirty="0" err="1"/>
              <a:t>Penzu</a:t>
            </a:r>
            <a:r>
              <a:rPr lang="en-US" dirty="0"/>
              <a:t>: Secure Online Diary. [Online]. Available: </a:t>
            </a:r>
            <a:r>
              <a:rPr lang="en-US" dirty="0">
                <a:hlinkClick r:id="rId3"/>
              </a:rPr>
              <a:t>https://penzu.com</a:t>
            </a:r>
            <a:r>
              <a:rPr lang="en-US" dirty="0"/>
              <a:t>. Accessed: Jan. 2026</a:t>
            </a:r>
          </a:p>
          <a:p>
            <a:r>
              <a:rPr lang="en-US" dirty="0"/>
              <a:t>[5] Z. Luo et al., “Optimization of AES-128 encryption algorithm,” Security and Communication Networks, vol. 2022, Art. no. 123456, 2022.</a:t>
            </a:r>
          </a:p>
          <a:p>
            <a:r>
              <a:rPr lang="en-US" dirty="0"/>
              <a:t>[6] R. Smith et al., “Linear regression for wellness prediction,” Journal of Biomedical Informatics, vol. 115, p. 103712, 2021.</a:t>
            </a:r>
          </a:p>
          <a:p>
            <a:r>
              <a:rPr lang="en-US" dirty="0"/>
              <a:t>[7] A. Kumar et al., “Hybrid recommender framework for wellness apps,” </a:t>
            </a:r>
            <a:r>
              <a:rPr lang="en-US" dirty="0" err="1"/>
              <a:t>PeerJ</a:t>
            </a:r>
            <a:r>
              <a:rPr lang="en-US" dirty="0"/>
              <a:t> Computer Science, vol. 10, p. e1880, 2024.</a:t>
            </a:r>
          </a:p>
          <a:p>
            <a:r>
              <a:rPr lang="en-US" dirty="0"/>
              <a:t>[8] M. Patel and H. Lee, “</a:t>
            </a:r>
            <a:r>
              <a:rPr lang="en-US" dirty="0" err="1"/>
              <a:t>Bcrypt</a:t>
            </a:r>
            <a:r>
              <a:rPr lang="en-US" dirty="0"/>
              <a:t>-JWT security in web applications,” Computers &amp; Security, vol. 128, p. 103156, 2023.</a:t>
            </a:r>
          </a:p>
          <a:p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DE4B1-8096-4A91-94D3-CD22B8E1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134D-DA10-4212-BAC9-06C5839BEA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87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1041</Words>
  <Application>Microsoft Office PowerPoint</Application>
  <PresentationFormat>Widescreen</PresentationFormat>
  <Paragraphs>154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Presentation Outline</vt:lpstr>
      <vt:lpstr>About Project Topic </vt:lpstr>
      <vt:lpstr>PowerPoint Presentation</vt:lpstr>
      <vt:lpstr>Review of Existing Systems</vt:lpstr>
      <vt:lpstr>Study of current system</vt:lpstr>
      <vt:lpstr>Security Techniques from Literature</vt:lpstr>
      <vt:lpstr>Research Gaps Identified</vt:lpstr>
      <vt:lpstr>Methodology</vt:lpstr>
      <vt:lpstr>Process Model</vt:lpstr>
      <vt:lpstr>flowchart</vt:lpstr>
      <vt:lpstr>Time Scheduling </vt:lpstr>
      <vt:lpstr>Conclusion  </vt:lpstr>
      <vt:lpstr>Expected Outcomes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kf</dc:creator>
  <cp:lastModifiedBy>Abhi Thapa</cp:lastModifiedBy>
  <cp:revision>31</cp:revision>
  <dcterms:created xsi:type="dcterms:W3CDTF">2018-02-27T04:16:48Z</dcterms:created>
  <dcterms:modified xsi:type="dcterms:W3CDTF">2026-02-04T02:08:16Z</dcterms:modified>
</cp:coreProperties>
</file>